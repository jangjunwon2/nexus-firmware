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nsmitter_device_1780713275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6400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0E5FF"/>
                </a:solidFill>
                <a:latin typeface="Arial"/>
              </a:defRPr>
            </a:pPr>
            <a:r>
              <a:t>MYSTIC LAB SMART WIRELESS SYSTEM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홍보 영상 콘티 기획안</a:t>
            </a:r>
          </a:p>
          <a:p>
            <a:pPr>
              <a:spcAft>
                <a:spcPts val="4000"/>
              </a:spcAft>
              <a:defRPr sz="2000">
                <a:solidFill>
                  <a:srgbClr val="A0A0AF"/>
                </a:solidFill>
                <a:latin typeface="Arial"/>
              </a:defRPr>
            </a:pPr>
            <a:r>
              <a:t>Close-up &amp; Stage Editions Storyboard</a:t>
            </a:r>
          </a:p>
          <a:p>
            <a:pPr>
              <a:defRPr sz="1200">
                <a:solidFill>
                  <a:srgbClr val="A0A0AF"/>
                </a:solidFill>
                <a:latin typeface="Malgun Gothic"/>
              </a:defRPr>
            </a:pPr>
            <a:r>
              <a:t>미스틱 랩 마케팅 본부 |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STRATEGY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영상 이원화 및 핵심 연출 콘셉트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926080"/>
          </a:xfrm>
          <a:prstGeom prst="roundRect">
            <a:avLst/>
          </a:prstGeom>
          <a:solidFill>
            <a:srgbClr val="1D1D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0E5FF"/>
                </a:solidFill>
                <a:latin typeface="Malgun Gothic"/>
              </a:defRPr>
            </a:pPr>
            <a:r>
              <a:t>1. 클로즈업 에디션 (무한한 연출 확장성)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🎯 핵심 타겟: 클로즈업/멘탈 마술사, 바(Bar) 공연가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✨ 비접촉 4대 연출: 유리컵 관통, 카드 자동 복구, 연기와 카드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🎬 연출 무드: 따뜻한 위스키 바 테마 위 10cm 매크로 접사 슬로우모션</a:t>
            </a:r>
          </a:p>
        </p:txBody>
      </p:sp>
      <p:pic>
        <p:nvPicPr>
          <p:cNvPr id="6" name="Picture 5" descr="closeup_coin_trick_1780713249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5120640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120640" cy="2926080"/>
          </a:xfrm>
          <a:prstGeom prst="roundRect">
            <a:avLst/>
          </a:prstGeom>
          <a:solidFill>
            <a:srgbClr val="1D1D23"/>
          </a:solidFill>
          <a:ln w="1905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A050FF"/>
                </a:solidFill>
                <a:latin typeface="Malgun Gothic"/>
              </a:defRPr>
            </a:pPr>
            <a:r>
              <a:t>2. 스테이지 에디션 (시스템 제어력과 안정성)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🎯 핵심 타겟: 스테이지/극장 마술사, 일루셔니스트, 특수효과 연출가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✨ 고신뢰성 제어: Pot 20대 순차 폭발, 3분할 타이머 자동 연계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♾️ 미래 통합성: 향후 추가될 새로운 신제품 장비도 기존 리모컨 하나로 제어</a:t>
            </a:r>
          </a:p>
        </p:txBody>
      </p:sp>
      <p:pic>
        <p:nvPicPr>
          <p:cNvPr id="8" name="Picture 7" descr="stage_card_fountain_17807132639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72000"/>
            <a:ext cx="51206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CLOSE-UP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클로즈업 에디션 상세 콘티 (다채로운 연출형)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589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1371600"/>
                <a:gridCol w="155448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씬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화면 연출 (Visual)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효과음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자막/나레이션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연계 및 포인트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유리컵 입구를 카드 케이스로 막고 그 위에 올린 동전이 케이스를 관통해 유리컵 바닥으로 떨어짐.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재즈 BGM,</a:t>
                      </a:r>
                      <a:br/>
                      <a:r>
                        <a:t>동전 낙하음(쨍그랑)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관객의 눈앞 10cm.</a:t>
                      </a:r>
                      <a:br/>
                      <a:r>
                        <a:t>의심이 없는 관통.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Ambitious 기믹 전자석</a:t>
                      </a:r>
                      <a:br/>
                      <a:r>
                        <a:t>초비주얼 관통 마술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케이스 위에 올려둔 반으로 찢어진 카드가 무선 신호와 동시에 알아서 원본 카드로 순간 복구됨.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기계적 찰칵 소리,</a:t>
                      </a:r>
                      <a:br/>
                      <a:r>
                        <a:t>신비로운 신디사이저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신호와 함께</a:t>
                      </a:r>
                      <a:br/>
                      <a:r>
                        <a:t>스스로 복구되는 조각.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Ambitious 기믹 플랩</a:t>
                      </a:r>
                      <a:br/>
                      <a:r>
                        <a:t>오차 없는 복구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케이스를 쥔 손 주변에서 연기가 피어오르며, 비어 있던 케이스 위에 카드가 순간 나타남.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미세 분무음 (쉬익-),</a:t>
                      </a:r>
                      <a:br/>
                      <a:r>
                        <a:t>바람 소리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연기와 함께 나타나는</a:t>
                      </a:r>
                      <a:br/>
                      <a:r>
                        <a:t>순간의 이미지.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Ambitious + Smoke</a:t>
                      </a:r>
                      <a:br/>
                      <a:r>
                        <a:t>유기적 타이밍 결합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테이블 위 멀리 떨어진 케이스와 마술사 손 사이에서 카드가 교환/순간이동하는 비접촉 연출.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마법 신비 잔향음,</a:t>
                      </a:r>
                      <a:br/>
                      <a:r>
                        <a:t>공간 통과음(휙-)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거리를 두고 일어나는</a:t>
                      </a:r>
                      <a:br/>
                      <a:r>
                        <a:t>순간이동과 교환.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Ambitious 장거리 트리거</a:t>
                      </a:r>
                      <a:br/>
                      <a:r>
                        <a:t>즉각적인 반응 신뢰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제품 패키지 정렬 및 미스틱 랩 클로즈업 에디션 구매 안내.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음악 페이드아웃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하나의 기믹,</a:t>
                      </a:r>
                      <a:br/>
                      <a:r>
                        <a:t>무한한 상상력.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Ambitious 기믹</a:t>
                      </a:r>
                      <a:br/>
                      <a:r>
                        <a:t>압도적인 범용성 강조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oseup_coin_trick_1780713249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2926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STAGE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스테이지 에디션 상세 콘티 (아이디어 통합형)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589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1371600"/>
                <a:gridCol w="155448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씬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화면 연출 (Visual)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효과음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자막/나레이션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연계 및 포인트</a:t>
                      </a:r>
                    </a:p>
                  </a:txBody>
                  <a:tcPr>
                    <a:solidFill>
                      <a:srgbClr val="1D1D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무대 앞줄에 배열된 Pot 20대가 리모컨 클릭 한 번으로 파라락- 도미노식 순차 폭발. 이어서 20대 동시 폭발.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박진감 넘치는 비트,</a:t>
                      </a:r>
                      <a:br/>
                      <a:r>
                        <a:t>도미노 폭발음(파라라락)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버튼 한 번으로 지휘하는</a:t>
                      </a:r>
                      <a:br/>
                      <a:r>
                        <a:t>20대의 스펙터클.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Pot 20대 복수 제어</a:t>
                      </a:r>
                      <a:br/>
                      <a:r>
                        <a:t>시각적 충격 극대화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[3분할 화면 연출]</a:t>
                      </a:r>
                      <a:br/>
                      <a:r>
                        <a:t>1)왼쪽: 말하는 마술사 정면</a:t>
                      </a:r>
                      <a:br/>
                      <a:r>
                        <a:t>2)가운데: 리모컨 타이머(3,2,1,0)</a:t>
                      </a:r>
                      <a:br/>
                      <a:r>
                        <a:t>3)오른쪽: 시간에 맞춰 분무되는 연기와 분수.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카운트다운 초침 째깍음,</a:t>
                      </a:r>
                      <a:br/>
                      <a:r>
                        <a:t>Fountain/Smoke 가동음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완벽히 계산된 자동 제어.</a:t>
                      </a:r>
                      <a:br/>
                      <a:r>
                        <a:t>오직 무대에만 집중하라.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Transmitter 그룹 제어</a:t>
                      </a:r>
                      <a:br/>
                      <a:r>
                        <a:t>1인 무대 자동 프로그래밍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야외 300m 이상의 웅장한 개활지 또는 대형 체육관에서 거리별 리모컨 작동 무결성 실다큐 테스트 검증.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테스트 현장음,</a:t>
                      </a:r>
                      <a:br/>
                      <a:r>
                        <a:t>무선 도달 확인 비프음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무선 거리 300m 보장.</a:t>
                      </a:r>
                      <a:br/>
                      <a:r>
                        <a:t>100% 작동의 확실한 신뢰.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공통 (긴 사용 거리)</a:t>
                      </a:r>
                      <a:br/>
                      <a:r>
                        <a:t>수신 도달력 검증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[빠른 컷] 백스테이지에서 1초 만에 페어링 완료 시연. 본 공연 중 메인 리모컨 오작동 시, 스페어 리모컨 즉각 백업 가동.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빠른 연결음,</a:t>
                      </a:r>
                      <a:br/>
                      <a:r>
                        <a:t>틱- 소리 후 즉시 백업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1초 초간단 페어링.</a:t>
                      </a:r>
                      <a:br/>
                      <a:r>
                        <a:t>안전한 백업 시스템.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Transmitter 페어링 &amp; 백업</a:t>
                      </a:r>
                      <a:br/>
                      <a:r>
                        <a:t>무대 위 위기 ZERO 시스템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A050FF"/>
                          </a:solidFill>
                          <a:latin typeface="Malgun Gothic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[비하인드] 리모컨 없이 주머니 속 웨어러블 스위치 터치로 릴 구동 및 OLED 화면에 미래 신제품 연동 아이콘 그래픽 연출.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실크 릴 날림음,</a:t>
                      </a:r>
                      <a:br/>
                      <a:r>
                        <a:t>미래지향적 디지털음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새롭게 추가될 모든 장비까지</a:t>
                      </a:r>
                      <a:br/>
                      <a:r>
                        <a:t>리모컨 하나로 연동 보장.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통합 에코시스템 가치</a:t>
                      </a:r>
                      <a:br/>
                      <a:r>
                        <a:t>추가 구매 없는 평생 연동</a:t>
                      </a:r>
                    </a:p>
                  </a:txBody>
                  <a:tcPr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tage_card_fountain_1780713263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2926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TECHNICAL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하드웨어 신뢰성 및 사후 지원 핵심 가치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D1D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0"/>
              </a:spcAft>
              <a:defRPr sz="1700" b="1">
                <a:solidFill>
                  <a:srgbClr val="00E5FF"/>
                </a:solidFill>
                <a:latin typeface="Malgun Gothic"/>
              </a:defRPr>
            </a:pPr>
            <a:r>
              <a:t>무선 와이파이 OTA 업데이트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기기를 분해하거나 케이블을 연결하는 번거로움 없이, 공지가 뜨면 와이파이에 접속하는 것만으로 최신 펌웨어를 무선 업데이트합니다.</a:t>
            </a:r>
            <a:br/>
            <a:br/>
            <a:r>
              <a:t>한 번의 구매로 평생 최신 기능을 공급받는 진화형 스마트 마술 하드웨어의 면모를 자랑합니다.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D1D23"/>
          </a:solidFill>
          <a:ln w="1905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0"/>
              </a:spcAft>
              <a:defRPr sz="1700" b="1">
                <a:solidFill>
                  <a:srgbClr val="A050FF"/>
                </a:solidFill>
                <a:latin typeface="Malgun Gothic"/>
              </a:defRPr>
            </a:pPr>
            <a:r>
              <a:t>프로 무대용 암호화 통신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수많은 무선 마이크, 와이파이 기기, 다른 마술사의 장비가 혼재하는 대형 무대에서 주파수 겹침 문제를 완벽히 해결했습니다.</a:t>
            </a:r>
            <a:br/>
            <a:br/>
            <a:r>
              <a:t>완벽하게 매칭된 기기 외엔 전혀 반응하지 않는 고보안성 암호화 통신 기술이 탑재되었습니다.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D1D23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0"/>
              </a:spcAft>
              <a:defRPr sz="1700" b="1">
                <a:solidFill>
                  <a:srgbClr val="39FF14"/>
                </a:solidFill>
                <a:latin typeface="Malgun Gothic"/>
              </a:defRPr>
            </a:pPr>
            <a:r>
              <a:t>USB-C 스마트 충전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Malgun Gothic"/>
              </a:defRPr>
            </a:pPr>
            <a:r>
              <a:t>충전 기기를 잃어버려 곤란했던 기존 마술 장비의 한계를 넘어섰습니다.</a:t>
            </a:r>
            <a:br/>
            <a:br/>
            <a:r>
              <a:t>Type-C 충전 포트로 일반 스마트폰 고속/저속 충전기와 완벽 호환됩니다. LED 램프와 Transmitter 내 OLED 화면을 통해 실시간으로 충전량을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